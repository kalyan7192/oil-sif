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0E361-8CD3-4C53-B770-31266B4105DC}" v="79" dt="2026-08-31T09:38:00.690"/>
    <p1510:client id="{C7030BC5-23FA-4F06-8826-8AB9A25995B2}" v="102" dt="2026-08-31T10:15:42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adeep Kalapala" userId="3bff59f5596bfe1b" providerId="LiveId" clId="{3749100A-C4DB-4B6A-8DDD-E61FEB8E94F8}"/>
    <pc:docChg chg="custSel modSld">
      <pc:chgData name="Navadeep Kalapala" userId="3bff59f5596bfe1b" providerId="LiveId" clId="{3749100A-C4DB-4B6A-8DDD-E61FEB8E94F8}" dt="2026-08-31T09:38:00.690" v="78" actId="478"/>
      <pc:docMkLst>
        <pc:docMk/>
      </pc:docMkLst>
      <pc:sldChg chg="addSp delSp modSp mod">
        <pc:chgData name="Navadeep Kalapala" userId="3bff59f5596bfe1b" providerId="LiveId" clId="{3749100A-C4DB-4B6A-8DDD-E61FEB8E94F8}" dt="2026-08-31T09:38:00.690" v="78" actId="478"/>
        <pc:sldMkLst>
          <pc:docMk/>
          <pc:sldMk cId="0" sldId="290"/>
        </pc:sldMkLst>
        <pc:spChg chg="add mod">
          <ac:chgData name="Navadeep Kalapala" userId="3bff59f5596bfe1b" providerId="LiveId" clId="{3749100A-C4DB-4B6A-8DDD-E61FEB8E94F8}" dt="2026-08-31T09:33:07.294" v="59" actId="2711"/>
          <ac:spMkLst>
            <pc:docMk/>
            <pc:sldMk cId="0" sldId="290"/>
            <ac:spMk id="3" creationId="{14920BB7-7721-0C7E-0303-A5C6B26AE935}"/>
          </ac:spMkLst>
        </pc:spChg>
        <pc:spChg chg="add mod">
          <ac:chgData name="Navadeep Kalapala" userId="3bff59f5596bfe1b" providerId="LiveId" clId="{3749100A-C4DB-4B6A-8DDD-E61FEB8E94F8}" dt="2026-08-31T09:36:06.023" v="73" actId="12"/>
          <ac:spMkLst>
            <pc:docMk/>
            <pc:sldMk cId="0" sldId="290"/>
            <ac:spMk id="4" creationId="{AC452C02-8D48-A889-139E-6778FCF29738}"/>
          </ac:spMkLst>
        </pc:spChg>
        <pc:spChg chg="add mod">
          <ac:chgData name="Navadeep Kalapala" userId="3bff59f5596bfe1b" providerId="LiveId" clId="{3749100A-C4DB-4B6A-8DDD-E61FEB8E94F8}" dt="2026-08-31T09:37:55.401" v="76" actId="14100"/>
          <ac:spMkLst>
            <pc:docMk/>
            <pc:sldMk cId="0" sldId="290"/>
            <ac:spMk id="8" creationId="{02F49655-0FC7-3386-F935-90627F6FC286}"/>
          </ac:spMkLst>
        </pc:spChg>
        <pc:spChg chg="mod">
          <ac:chgData name="Navadeep Kalapala" userId="3bff59f5596bfe1b" providerId="LiveId" clId="{3749100A-C4DB-4B6A-8DDD-E61FEB8E94F8}" dt="2026-08-31T09:20:23.754" v="42" actId="1076"/>
          <ac:spMkLst>
            <pc:docMk/>
            <pc:sldMk cId="0" sldId="290"/>
            <ac:spMk id="11" creationId="{5DBCE864-823D-4A13-9607-5DA1F0ED5FB8}"/>
          </ac:spMkLst>
        </pc:spChg>
        <pc:spChg chg="add mod">
          <ac:chgData name="Navadeep Kalapala" userId="3bff59f5596bfe1b" providerId="LiveId" clId="{3749100A-C4DB-4B6A-8DDD-E61FEB8E94F8}" dt="2026-08-31T09:36:13.702" v="74" actId="12"/>
          <ac:spMkLst>
            <pc:docMk/>
            <pc:sldMk cId="0" sldId="290"/>
            <ac:spMk id="13" creationId="{0D02A548-3071-512B-989F-D3E235B01555}"/>
          </ac:spMkLst>
        </pc:spChg>
        <pc:spChg chg="add del">
          <ac:chgData name="Navadeep Kalapala" userId="3bff59f5596bfe1b" providerId="LiveId" clId="{3749100A-C4DB-4B6A-8DDD-E61FEB8E94F8}" dt="2026-08-31T09:38:00.690" v="78" actId="478"/>
          <ac:spMkLst>
            <pc:docMk/>
            <pc:sldMk cId="0" sldId="290"/>
            <ac:spMk id="15" creationId="{46D8B606-F18C-9088-C758-698822EA0564}"/>
          </ac:spMkLst>
        </pc:spChg>
        <pc:spChg chg="del mod">
          <ac:chgData name="Navadeep Kalapala" userId="3bff59f5596bfe1b" providerId="LiveId" clId="{3749100A-C4DB-4B6A-8DDD-E61FEB8E94F8}" dt="2026-08-31T09:20:17.668" v="41" actId="478"/>
          <ac:spMkLst>
            <pc:docMk/>
            <pc:sldMk cId="0" sldId="290"/>
            <ac:spMk id="17410" creationId="{00000000-0000-0000-0000-000000000000}"/>
          </ac:spMkLst>
        </pc:spChg>
      </pc:sldChg>
    </pc:docChg>
  </pc:docChgLst>
  <pc:docChgLst>
    <pc:chgData name="Durga Dhana Sri Balina" userId="7866bc8a12b29cdb" providerId="LiveId" clId="{8E33497A-C738-4A0E-AF80-48897662612A}"/>
    <pc:docChg chg="modSld">
      <pc:chgData name="Durga Dhana Sri Balina" userId="7866bc8a12b29cdb" providerId="LiveId" clId="{8E33497A-C738-4A0E-AF80-48897662612A}" dt="2026-08-31T10:15:50.526" v="4"/>
      <pc:docMkLst>
        <pc:docMk/>
      </pc:docMkLst>
      <pc:sldChg chg="delSp modSp">
        <pc:chgData name="Durga Dhana Sri Balina" userId="7866bc8a12b29cdb" providerId="LiveId" clId="{8E33497A-C738-4A0E-AF80-48897662612A}" dt="2026-08-31T09:42:39.951" v="2"/>
        <pc:sldMkLst>
          <pc:docMk/>
          <pc:sldMk cId="3753387913" sldId="293"/>
        </pc:sldMkLst>
        <pc:spChg chg="mod">
          <ac:chgData name="Durga Dhana Sri Balina" userId="7866bc8a12b29cdb" providerId="LiveId" clId="{8E33497A-C738-4A0E-AF80-48897662612A}" dt="2026-08-31T09:41:34.374" v="1"/>
          <ac:spMkLst>
            <pc:docMk/>
            <pc:sldMk cId="3753387913" sldId="293"/>
            <ac:spMk id="5" creationId="{79DDBA55-69AF-28CB-2DA1-6BAF1F8991C5}"/>
          </ac:spMkLst>
        </pc:spChg>
        <pc:spChg chg="del">
          <ac:chgData name="Durga Dhana Sri Balina" userId="7866bc8a12b29cdb" providerId="LiveId" clId="{8E33497A-C738-4A0E-AF80-48897662612A}" dt="2026-08-31T09:42:39.951" v="2"/>
          <ac:spMkLst>
            <pc:docMk/>
            <pc:sldMk cId="3753387913" sldId="293"/>
            <ac:spMk id="14" creationId="{1D5A06F0-5696-ACBE-3B51-1465BDE22E1B}"/>
          </ac:spMkLst>
        </pc:spChg>
        <pc:spChg chg="mod">
          <ac:chgData name="Durga Dhana Sri Balina" userId="7866bc8a12b29cdb" providerId="LiveId" clId="{8E33497A-C738-4A0E-AF80-48897662612A}" dt="2026-08-31T09:20:34.156" v="0"/>
          <ac:spMkLst>
            <pc:docMk/>
            <pc:sldMk cId="3753387913" sldId="293"/>
            <ac:spMk id="17410" creationId="{00000000-0000-0000-0000-000000000000}"/>
          </ac:spMkLst>
        </pc:spChg>
      </pc:sldChg>
      <pc:sldChg chg="addSp delSp modSp">
        <pc:chgData name="Durga Dhana Sri Balina" userId="7866bc8a12b29cdb" providerId="LiveId" clId="{8E33497A-C738-4A0E-AF80-48897662612A}" dt="2026-08-31T10:15:50.526" v="4"/>
        <pc:sldMkLst>
          <pc:docMk/>
          <pc:sldMk cId="3916788613" sldId="296"/>
        </pc:sldMkLst>
        <pc:spChg chg="add del mod">
          <ac:chgData name="Durga Dhana Sri Balina" userId="7866bc8a12b29cdb" providerId="LiveId" clId="{8E33497A-C738-4A0E-AF80-48897662612A}" dt="2026-08-31T10:15:50.526" v="4"/>
          <ac:spMkLst>
            <pc:docMk/>
            <pc:sldMk cId="3916788613" sldId="296"/>
            <ac:spMk id="2" creationId="{111F5791-7616-C8E1-8AB5-91A5EE8E4F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252246"/>
            <a:ext cx="9238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48" y="1500"/>
            <a:ext cx="1956788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3A5F2E-2D37-9EFA-EAA4-275D912A7F85}"/>
              </a:ext>
            </a:extLst>
          </p:cNvPr>
          <p:cNvSpPr txBox="1"/>
          <p:nvPr/>
        </p:nvSpPr>
        <p:spPr>
          <a:xfrm>
            <a:off x="1581630" y="321459"/>
            <a:ext cx="8627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SIF Precursor Detection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351DD-7FE7-9659-D71B-E107BAC88FA3}"/>
              </a:ext>
            </a:extLst>
          </p:cNvPr>
          <p:cNvSpPr txBox="1"/>
          <p:nvPr/>
        </p:nvSpPr>
        <p:spPr>
          <a:xfrm>
            <a:off x="791694" y="1564150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Solution Overview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235A3D-69DF-10C0-F224-4D5B448ECDB8}"/>
              </a:ext>
            </a:extLst>
          </p:cNvPr>
          <p:cNvSpPr txBox="1"/>
          <p:nvPr/>
        </p:nvSpPr>
        <p:spPr>
          <a:xfrm>
            <a:off x="6898558" y="1415613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 It Solves the 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E252AD-BD7A-146E-D88A-BF0EFFBC3593}"/>
              </a:ext>
            </a:extLst>
          </p:cNvPr>
          <p:cNvSpPr txBox="1"/>
          <p:nvPr/>
        </p:nvSpPr>
        <p:spPr>
          <a:xfrm>
            <a:off x="2617839" y="4247751"/>
            <a:ext cx="8008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Innovation &amp; Uniqueness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2C6DD-1C33-E775-ED2B-526CCE43B1F3}"/>
              </a:ext>
            </a:extLst>
          </p:cNvPr>
          <p:cNvSpPr txBox="1"/>
          <p:nvPr/>
        </p:nvSpPr>
        <p:spPr>
          <a:xfrm>
            <a:off x="6973923" y="1947751"/>
            <a:ext cx="49858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high-risk situations early.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incident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HSE teams identify serious risks quickly.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safety decisions.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serious injuries and fatalities.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0CFA7-253B-E138-A112-610103D08094}"/>
              </a:ext>
            </a:extLst>
          </p:cNvPr>
          <p:cNvSpPr txBox="1"/>
          <p:nvPr/>
        </p:nvSpPr>
        <p:spPr>
          <a:xfrm>
            <a:off x="731273" y="2093019"/>
            <a:ext cx="55712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safety system for the Oil &amp; Gas industry.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incident and near-miss reports as input.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NLP and AI/ML to analyse the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SIF precursor risks and gives a confidence score.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E66ED4-822E-31F7-5D4F-59170B6C1AB2}"/>
              </a:ext>
            </a:extLst>
          </p:cNvPr>
          <p:cNvSpPr txBox="1"/>
          <p:nvPr/>
        </p:nvSpPr>
        <p:spPr>
          <a:xfrm>
            <a:off x="2847667" y="4709416"/>
            <a:ext cx="64966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NLP + SIF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HSE expert review and validation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signs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only past accidents.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safety reports and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900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920BB7-7721-0C7E-0303-A5C6B26AE935}"/>
              </a:ext>
            </a:extLst>
          </p:cNvPr>
          <p:cNvSpPr txBox="1"/>
          <p:nvPr/>
        </p:nvSpPr>
        <p:spPr>
          <a:xfrm>
            <a:off x="155724" y="1573197"/>
            <a:ext cx="52392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Analyze Reports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AI/NLP reads and understands safety reports.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Detect SIF Precursors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unsafe situations that could lead to serious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injury or fatality.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Assess Risk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Classifies the type and level of safety risk.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Support HSE Teams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Shows important risks on the dashboard for review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and preventive action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52C02-8D48-A889-139E-6778FCF29738}"/>
              </a:ext>
            </a:extLst>
          </p:cNvPr>
          <p:cNvSpPr txBox="1"/>
          <p:nvPr/>
        </p:nvSpPr>
        <p:spPr>
          <a:xfrm>
            <a:off x="244547" y="1134231"/>
            <a:ext cx="3091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49655-0FC7-3386-F935-90627F6FC286}"/>
              </a:ext>
            </a:extLst>
          </p:cNvPr>
          <p:cNvSpPr txBox="1"/>
          <p:nvPr/>
        </p:nvSpPr>
        <p:spPr>
          <a:xfrm>
            <a:off x="6449739" y="1582340"/>
            <a:ext cx="239250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Safety Reports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AI / NLP Analysis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SIF Precursor Detection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HSE Review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Safety Dashboard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02A548-3071-512B-989F-D3E235B01555}"/>
              </a:ext>
            </a:extLst>
          </p:cNvPr>
          <p:cNvSpPr txBox="1"/>
          <p:nvPr/>
        </p:nvSpPr>
        <p:spPr>
          <a:xfrm>
            <a:off x="5772150" y="1095375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process for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DDBA55-69AF-28CB-2DA1-6BAF1F8991C5}"/>
              </a:ext>
            </a:extLst>
          </p:cNvPr>
          <p:cNvSpPr txBox="1"/>
          <p:nvPr/>
        </p:nvSpPr>
        <p:spPr>
          <a:xfrm>
            <a:off x="1006561" y="1634596"/>
            <a:ext cx="5628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8383AA-4EB5-2DD3-0FAC-CCAEF1430C40}"/>
              </a:ext>
            </a:extLst>
          </p:cNvPr>
          <p:cNvSpPr txBox="1"/>
          <p:nvPr/>
        </p:nvSpPr>
        <p:spPr>
          <a:xfrm>
            <a:off x="6828503" y="1684691"/>
            <a:ext cx="4851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Challenges &amp; Risks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7EA440-4E67-B02A-6E30-2738583DB097}"/>
              </a:ext>
            </a:extLst>
          </p:cNvPr>
          <p:cNvSpPr txBox="1"/>
          <p:nvPr/>
        </p:nvSpPr>
        <p:spPr>
          <a:xfrm>
            <a:off x="3427362" y="4152495"/>
            <a:ext cx="6415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Strategies to Overcome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BF5A91-8FE5-7E00-239F-9D72BA630A61}"/>
              </a:ext>
            </a:extLst>
          </p:cNvPr>
          <p:cNvSpPr txBox="1"/>
          <p:nvPr/>
        </p:nvSpPr>
        <p:spPr>
          <a:xfrm>
            <a:off x="4061542" y="4572434"/>
            <a:ext cx="60984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diverse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HSE experts in the validation process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and improve the AI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strong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 measures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EF2F28-0AA0-9162-8AB4-A14227E185C6}"/>
              </a:ext>
            </a:extLst>
          </p:cNvPr>
          <p:cNvSpPr txBox="1"/>
          <p:nvPr/>
        </p:nvSpPr>
        <p:spPr>
          <a:xfrm>
            <a:off x="7252520" y="2146356"/>
            <a:ext cx="60984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incident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Possibility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prediction errors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trust and system adoption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C03B5C-4467-D750-CEAB-898B8D67DC28}"/>
              </a:ext>
            </a:extLst>
          </p:cNvPr>
          <p:cNvSpPr txBox="1"/>
          <p:nvPr/>
        </p:nvSpPr>
        <p:spPr>
          <a:xfrm>
            <a:off x="1311378" y="2096261"/>
            <a:ext cx="66736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existing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AI, NLP &amp; ML technologies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trained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incident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safety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existing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HSE systems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7813</TotalTime>
  <Words>550</Words>
  <Application>Microsoft Office PowerPoint</Application>
  <PresentationFormat>Widescreen</PresentationFormat>
  <Paragraphs>109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25B11CS079</cp:lastModifiedBy>
  <cp:revision>149</cp:revision>
  <dcterms:created xsi:type="dcterms:W3CDTF">2013-12-12T18:46:50Z</dcterms:created>
  <dcterms:modified xsi:type="dcterms:W3CDTF">2026-08-31T13:38:54Z</dcterms:modified>
  <cp:category/>
</cp:coreProperties>
</file>